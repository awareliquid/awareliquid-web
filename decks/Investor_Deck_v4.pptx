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AwareLiquid  ·  MT-LNN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The first AI built for devices that cannot afford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8E8"/>
                </a:solidFill>
                <a:latin typeface="Calibri"/>
              </a:rPr>
              <a:t>Constant-memory LLM  ·  Edge-first  ·  Auditable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The Problem: AI's memory bill is bankrupting real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Every deployment hits the same wall — the KV cache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93192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Today's cost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Who pays it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/>
                        <a:t>100 users × 100K-token docs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~60× A100 ≈ $100K/month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Document-QA startups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/>
                        <a:t>Phone assistant, long chat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KV cache exhausts 8GB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Consumer electronics OEMs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/>
                        <a:t>24/7 industrial sensor monitoring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Cloud round-trips per device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Energy / manufacturing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Calibri"/>
              </a:rPr>
              <a:t>Three unmet needs, all blocked by the same architectural wall: long-stream edge inference · memory that survives context loss · always-on monitoring at near-zero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The Solution: constant memory, not growing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MT-LNN replaces the KV cache with a fixed-size recurrent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D0000"/>
                </a:solidFill>
                <a:latin typeface="Calibri"/>
              </a:rPr>
              <a:t>0.381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constant state — 8,567× smaller
than KV cache at 1M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D0000"/>
                </a:solidFill>
                <a:latin typeface="Calibri"/>
              </a:rPr>
              <a:t>0.56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cross-window recall —
attention/LoRA score 0.000 structurally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468B"/>
                </a:solidFill>
                <a:latin typeface="Calibri"/>
              </a:rPr>
              <a:t>bit-exact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88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snapshot / restore —
memory survives sessions &amp; devices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2062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93192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Product line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Serves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Revenue logic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O-series (attention-free)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Edge devices, streaming, always-on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Per-device license / SDK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M-series (hybrid)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Cloud serving +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API + enterprise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AwareLiquid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Regulated industries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Auditability as the moat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The long-stream + edge + auditable wedge of the AI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931920"/>
                <a:gridCol w="1645920"/>
              </a:tblGrid>
              <a:tr h="7772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Who buys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Evidence we have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Why they pay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/>
                        <a:t>Edge / embedded AI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Phone &amp; AR OEMs, IoT vendors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O(1) state flat across 2048× context; int8 fits a 7.2GB VPS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Per-device BOM saving + battery life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/>
                        <a:t>Compliance enterprises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Banks, law firms, 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Per-token provenance in evidence_log; full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Regulation forces them — black-box AI is unsellable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/>
                        <a:t>Industrial monitoring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Energy, manufacturing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NASA battery RMSE 0.1038; 80% dropout only +7.7%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Cloud cost removal + safety compliance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0000"/>
                </a:solidFill>
                <a:latin typeface="Calibri"/>
              </a:rPr>
              <a:t>Incumbents cannot follow: the KV cache is architectural, not an optimization problem — quantization and eviction only patch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Customer Case: Xiangxi Smart Transit — 229 electric buses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Shanghai MUAN Energy · edge LTC deployment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D0000"/>
                </a:solidFill>
                <a:latin typeface="Calibri"/>
              </a:rPr>
              <a:t>229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electric buses under lifecycle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D0000"/>
                </a:solidFill>
                <a:latin typeface="Calibri"/>
              </a:rPr>
              <a:t>353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88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parameters — on-device LTC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544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468B"/>
                </a:solidFill>
                <a:latin typeface="Calibri"/>
              </a:rPr>
              <a:t>1.3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788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inference · O(1) state · offline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68B"/>
                </a:solidFill>
                <a:latin typeface="Calibri"/>
              </a:rPr>
              <a:t>What the customer gets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Battery safety monitoring with ≤3s alerts across 20 anomaly classes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Busbar-level early failure detection: 92% recall, 120.8-day warning lead time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353-parameter liquid-core model runs on-device — no network, no cloud, 48-byte constant state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Virtual micro-ohmmeter at 0.23% MRE — detects weld degradation before thermal runaway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More Customer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Real deployments and validated benchmarks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4023360"/>
                <a:gridCol w="1188720"/>
              </a:tblGrid>
              <a:tr h="685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Scale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Xuhui Storage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6.9MW / 51MWh lead-carbon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Peak-shaving + VPP; 6.7y payback, IRR 10.7%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Deployed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Gold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Drilling / geophysical data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80% dropout → only +7.7% accuracy loss (LSTM +31.1%)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NASA battery SoH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Whole-cell held-out benchmark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RMSE 0.1038 (55K params) beats LSTM 0.1171 (99K)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Validated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The same liquid core: battery buses in production, storage in deployment, and benchmark-grade evidence for irregular-sensor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The Product: what exists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Evidence over promises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3291840"/>
                <a:gridCol w="3200400"/>
              </a:tblGrid>
              <a:tr h="574765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Proof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125M native model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Trained, published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20K steps, 3 seeds, zero NaN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Cross-window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0.56 vs 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Reproducible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O(1) inference state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0.381 MB flat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Measured across 2048× context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int8 quantization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+0.0% PPL, −62%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2B → 1.9GB, fits 7.2GB VPS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/>
                        <a:t>Serve stack (RAG + auth + audit)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Live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API in production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/>
                        <a:t>1,372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All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Open-source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2B-scale training underway (35L × d2912, fp32 curriculum) — the scale-up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Three revenue lines from one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68B"/>
                </a:solidFill>
                <a:latin typeface="Calibri"/>
              </a:rPr>
              <a:t>1. Open weights + enterprise license (Mistral model)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Research goodwill + revenue from deployment support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468B"/>
                </a:solidFill>
                <a:latin typeface="Calibri"/>
              </a:rPr>
              <a:t>2. Edge SDK per-device licensing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O-series runs where Transformers physically cannot — per-device fee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468B"/>
                </a:solidFill>
                <a:latin typeface="Calibri"/>
              </a:rPr>
              <a:t>3. Compliance inference service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Auditable reasoning as a premium — regulated buyers pay for the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0000"/>
                </a:solidFill>
                <a:latin typeface="Calibri"/>
              </a:rPr>
              <a:t>Unit economics: one RTX 4090 serves 100 concurrent 100K-token users (~$200/month) vs ~60× A100 (~$100K/month) for Transformer. Pass on 10%, keep 90% margin.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Competition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We compete on architecture, not scale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926080"/>
                <a:gridCol w="46634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Player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Their edge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Why we win here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/>
                        <a:t>OpenAI / Anthropic / Google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Scale, quality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Cloud-only, black-box, KV-cache cost — cannot ship on-edge or auditable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/>
                        <a:t>Liquid AI (LFM)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Same liquid inspiration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We publish O(1) state + recall with a public reproducible protocol — theirs is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/>
                        <a:t>Mamba / SSM startups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Efficient recurrence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No cross-session memory story; no auditability layer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Calibri"/>
              </a:rPr>
              <a:t>The moat: O(1) state is architectural · cross-window recall is impossible for attention by construction · the E0 evidence protocol (≥3 seeds, p&lt;0.05) is a trust asset nobody else offers.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Honesty as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Credibility is the enterprise compliance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68B"/>
                </a:solidFill>
                <a:latin typeface="Calibri"/>
              </a:rPr>
              <a:t>We retract claims publicly when they fail.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1,372-test suite, open source — every number re-runnable by any third party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Negative results published alongside positives (adapter attribution, hybrid O(1) null, consciousness demotion)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All benchmark claims gated by the E0 protocol: ≥3 seeds, bimodality detection, paired tests at p&lt;0.05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0000"/>
                </a:solidFill>
                <a:latin typeface="Calibri"/>
              </a:rPr>
              <a:t>For compliance buyers, a vendor that retracts is a vendor that can be audited.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Roadmap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From production edge deployments to the 2B scale-up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  <a:gridCol w="237744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0468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Now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2B training (fp32 curriculum)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1× A100 ongoing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Scale-up checkpoint + efficiency curve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3–6m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2B release + O-series productization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4× A100 (~$1.5K)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Edge SDK beta + 3 design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6–18m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7B + compliance stack GA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16× H100 (~$50K)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Revenue: license + API + audit service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0000"/>
                </a:solidFill>
                <a:latin typeface="Calibri"/>
              </a:rPr>
              <a:t>Seeking $— pre-seed to complete the 2B scale-up, publish the efficiency curve, and land 3 design partners.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68B"/>
                </a:solidFill>
                <a:latin typeface="Calibri"/>
              </a:rPr>
              <a:t>Appendix: What we retracted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And why it makes us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68B"/>
                </a:solidFill>
                <a:latin typeface="Calibri"/>
              </a:rPr>
              <a:t>Retracted / reclassified claims (full record: RESULTS.md)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Adapter PPL claims (−28.5% etc.) — retracted after re-arm fix; LoRA attribution confirmed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Hybrid O(1) claim — measured null, narrowed to O-series only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Consciousness / Φ metrics — demoted to research scaffolding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Policy: every headline number re-runnable by any third party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